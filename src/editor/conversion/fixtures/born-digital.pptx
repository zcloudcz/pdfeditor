
<file path=[Content_Types].xml><?xml version="1.0" encoding="utf-8"?>
<Types xmlns="http://schemas.openxmlformats.org/package/2006/content-types"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7620000" cy="10160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 rot="0">
            <a:off x="635000" y="1117600"/>
            <a:ext cx="321818" cy="198120"/>
          </a:xfrm>
          <a:prstGeom prst="rect">
            <a:avLst/>
          </a:prstGeom>
          <a:noFill/>
          <a:ln w="0">
            <a:noFill/>
          </a:ln>
        </p:spPr>
        <p:txBody>
          <a:bodyPr wrap="none" anchor="t" lIns="0" tIns="0" rIns="0" bIns="0"/>
          <a:lstStyle/>
          <a:p>
            <a:pPr algn="l">
              <a:lnSpc>
                <a:spcPct val="120000"/>
              </a:lnSpc>
            </a:pPr>
            <a:r>
              <a:rPr sz="1200" spc="0">
                <a:solidFill>
                  <a:srgbClr val="000000">
                    <a:alpha val="100000"/>
                  </a:srgbClr>
                </a:solidFill>
                <a:latin typeface="Liberation Sans"/>
              </a:rPr>
              <a:t xml:space="preserve">Item</a:t>
            </a:r>
          </a:p>
        </p:txBody>
      </p:sp>
      <p:sp>
        <p:nvSpPr>
          <p:cNvPr id="3" name="Text"/>
          <p:cNvSpPr txBox="1"/>
          <p:nvPr/>
        </p:nvSpPr>
        <p:spPr>
          <a:xfrm rot="0">
            <a:off x="3810000" y="1117600"/>
            <a:ext cx="432003" cy="198120"/>
          </a:xfrm>
          <a:prstGeom prst="rect">
            <a:avLst/>
          </a:prstGeom>
          <a:noFill/>
          <a:ln w="0">
            <a:noFill/>
          </a:ln>
        </p:spPr>
        <p:txBody>
          <a:bodyPr wrap="none" anchor="t" lIns="0" tIns="0" rIns="0" bIns="0"/>
          <a:lstStyle/>
          <a:p>
            <a:pPr algn="l">
              <a:lnSpc>
                <a:spcPct val="120000"/>
              </a:lnSpc>
            </a:pPr>
            <a:r>
              <a:rPr sz="1200" spc="0">
                <a:solidFill>
                  <a:srgbClr val="000000">
                    <a:alpha val="100000"/>
                  </a:srgbClr>
                </a:solidFill>
                <a:latin typeface="Liberation Sans"/>
              </a:rPr>
              <a:t xml:space="preserve">Count</a:t>
            </a:r>
          </a:p>
        </p:txBody>
      </p:sp>
      <p:sp>
        <p:nvSpPr>
          <p:cNvPr id="4" name="Text"/>
          <p:cNvSpPr txBox="1"/>
          <p:nvPr/>
        </p:nvSpPr>
        <p:spPr>
          <a:xfrm rot="0">
            <a:off x="635000" y="1371600"/>
            <a:ext cx="415087" cy="198120"/>
          </a:xfrm>
          <a:prstGeom prst="rect">
            <a:avLst/>
          </a:prstGeom>
          <a:noFill/>
          <a:ln w="0">
            <a:noFill/>
          </a:ln>
        </p:spPr>
        <p:txBody>
          <a:bodyPr wrap="none" anchor="t" lIns="0" tIns="0" rIns="0" bIns="0"/>
          <a:lstStyle/>
          <a:p>
            <a:pPr algn="l">
              <a:lnSpc>
                <a:spcPct val="120000"/>
              </a:lnSpc>
            </a:pPr>
            <a:r>
              <a:rPr sz="1200" spc="0">
                <a:solidFill>
                  <a:srgbClr val="000000">
                    <a:alpha val="100000"/>
                  </a:srgbClr>
                </a:solidFill>
                <a:latin typeface="Liberation Sans"/>
              </a:rPr>
              <a:t xml:space="preserve">Apple</a:t>
            </a:r>
          </a:p>
        </p:txBody>
      </p:sp>
      <p:sp>
        <p:nvSpPr>
          <p:cNvPr id="5" name="Text"/>
          <p:cNvSpPr txBox="1"/>
          <p:nvPr/>
        </p:nvSpPr>
        <p:spPr>
          <a:xfrm rot="0">
            <a:off x="3810000" y="1371600"/>
            <a:ext cx="194869" cy="198120"/>
          </a:xfrm>
          <a:prstGeom prst="rect">
            <a:avLst/>
          </a:prstGeom>
          <a:noFill/>
          <a:ln w="0">
            <a:noFill/>
          </a:ln>
        </p:spPr>
        <p:txBody>
          <a:bodyPr wrap="none" anchor="t" lIns="0" tIns="0" rIns="0" bIns="0"/>
          <a:lstStyle/>
          <a:p>
            <a:pPr algn="l">
              <a:lnSpc>
                <a:spcPct val="120000"/>
              </a:lnSpc>
            </a:pPr>
            <a:r>
              <a:rPr sz="1200" spc="0">
                <a:solidFill>
                  <a:srgbClr val="000000">
                    <a:alpha val="100000"/>
                  </a:srgbClr>
                </a:solidFill>
                <a:latin typeface="Liberation Sans"/>
              </a:rPr>
              <a:t xml:space="preserve">12</a:t>
            </a:r>
          </a:p>
        </p:txBody>
      </p:sp>
      <p:sp>
        <p:nvSpPr>
          <p:cNvPr id="6" name="Text"/>
          <p:cNvSpPr txBox="1"/>
          <p:nvPr/>
        </p:nvSpPr>
        <p:spPr>
          <a:xfrm rot="0">
            <a:off x="635000" y="1625600"/>
            <a:ext cx="347269" cy="198120"/>
          </a:xfrm>
          <a:prstGeom prst="rect">
            <a:avLst/>
          </a:prstGeom>
          <a:noFill/>
          <a:ln w="0">
            <a:noFill/>
          </a:ln>
        </p:spPr>
        <p:txBody>
          <a:bodyPr wrap="none" anchor="t" lIns="0" tIns="0" rIns="0" bIns="0"/>
          <a:lstStyle/>
          <a:p>
            <a:pPr algn="l">
              <a:lnSpc>
                <a:spcPct val="120000"/>
              </a:lnSpc>
            </a:pPr>
            <a:r>
              <a:rPr sz="1200" spc="0">
                <a:solidFill>
                  <a:srgbClr val="000000">
                    <a:alpha val="100000"/>
                  </a:srgbClr>
                </a:solidFill>
                <a:latin typeface="Liberation Sans"/>
              </a:rPr>
              <a:t xml:space="preserve">Pear</a:t>
            </a:r>
          </a:p>
        </p:txBody>
      </p:sp>
      <p:sp>
        <p:nvSpPr>
          <p:cNvPr id="7" name="Text"/>
          <p:cNvSpPr txBox="1"/>
          <p:nvPr/>
        </p:nvSpPr>
        <p:spPr>
          <a:xfrm rot="0">
            <a:off x="3810000" y="1625600"/>
            <a:ext cx="110134" cy="198120"/>
          </a:xfrm>
          <a:prstGeom prst="rect">
            <a:avLst/>
          </a:prstGeom>
          <a:noFill/>
          <a:ln w="0">
            <a:noFill/>
          </a:ln>
        </p:spPr>
        <p:txBody>
          <a:bodyPr wrap="none" anchor="t" lIns="0" tIns="0" rIns="0" bIns="0"/>
          <a:lstStyle/>
          <a:p>
            <a:pPr algn="l">
              <a:lnSpc>
                <a:spcPct val="120000"/>
              </a:lnSpc>
            </a:pPr>
            <a:r>
              <a:rPr sz="1200" spc="0">
                <a:solidFill>
                  <a:srgbClr val="000000">
                    <a:alpha val="100000"/>
                  </a:srgbClr>
                </a:solidFill>
                <a:latin typeface="Liberation Sans"/>
              </a:rPr>
              <a:t xml:space="preserve"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C2626"/>
      </a:accent3>
      <a:accent4>
        <a:srgbClr val="9333EA"/>
      </a:accent4>
      <a:accent5>
        <a:srgbClr val="EA580C"/>
      </a:accent5>
      <a:accent6>
        <a:srgbClr val="0891B2"/>
      </a:accent6>
      <a:hlink>
        <a:srgbClr val="0563C1"/>
      </a:hlink>
      <a:folHlink>
        <a:srgbClr val="954F72"/>
      </a:folHlink>
    </a:clrScheme>
    <a:fontScheme name="Liberation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